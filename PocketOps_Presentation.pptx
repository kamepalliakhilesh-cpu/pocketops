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2026 · DEVELOPER TOOLS &amp; OPEN INNOVATION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PocketOps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60604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Resilient Operations &amp; Hot-Standby Enclave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one device fails, your work should never have to stop."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31520" y="3931920"/>
            <a:ext cx="5166360" cy="777240"/>
          </a:xfrm>
          <a:prstGeom prst="roundRect">
            <a:avLst>
              <a:gd name="adj" fmla="val 11765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041648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Local Open-Source SLM Core (Qwen 2.5-Coder / Gemma 2B)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72200" y="3931920"/>
            <a:ext cx="5166360" cy="777240"/>
          </a:xfrm>
          <a:prstGeom prst="roundRect">
            <a:avLst>
              <a:gd name="adj" fmla="val 11765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4041648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vivo/iQOO Office Kit Bridge (Wi-Fi Aware &amp; BLE 5.4)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4937760"/>
            <a:ext cx="5166360" cy="777240"/>
          </a:xfrm>
          <a:prstGeom prst="roundRect">
            <a:avLst>
              <a:gd name="adj" fmla="val 11765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047488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Hot-Standby Blackout Takeover (&lt;300ms)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4937760"/>
            <a:ext cx="5166360" cy="777240"/>
          </a:xfrm>
          <a:prstGeom prst="roundRect">
            <a:avLst>
              <a:gd name="adj" fmla="val 11765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5047488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Visual 3-Way Git Diff Re-Sync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· DEVELOPER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Critical Dilemma: Sudden Hardware Failures &amp; Lost Context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cloud IDEs and existing ecosystem continuity tools leave developers stranded during sudden disruptions.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PocketOps — "When one device fails, your work should never have to stop."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3337560" cy="4343400"/>
          </a:xfrm>
          <a:prstGeom prst="roundRect">
            <a:avLst>
              <a:gd name="adj" fmla="val 3288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65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WIPEOUT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05840" y="23317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Sudden Crash / Power Death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063240"/>
            <a:ext cx="2788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workstation powers off unexpectedly during code deployments, active editor buffers and in-flight terminal commands are permanently lost.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5696" y="1691640"/>
            <a:ext cx="3337560" cy="4343400"/>
          </a:xfrm>
          <a:prstGeom prst="roundRect">
            <a:avLst>
              <a:gd name="adj" fmla="val 3288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0016" y="1965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RESILIENCE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00016" y="23317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☁️ Cloud IDEs Need 100% Internet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0016" y="3063240"/>
            <a:ext cx="2788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environments (Codespaces) immediately sever and freeze without active Wi-Fi, leaving field engineers stranded with zero offline access.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19872" y="1691640"/>
            <a:ext cx="3337560" cy="4343400"/>
          </a:xfrm>
          <a:prstGeom prst="roundRect">
            <a:avLst>
              <a:gd name="adj" fmla="val 3288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965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CONFLICTS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394192" y="23317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🔀 Painful Reconnection Overwrites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94192" y="3063240"/>
            <a:ext cx="2788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Rewriting work from memory after reboot causes duplicate code, messy file overwrites, and painful Git branch merge conflicts.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· DEVELOPER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Hackathon Stack Rule Compliance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SLM at the core with active smartphone loop via vivo/iQOO Office Kit Bridge.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PocketOps — "When one device fails, your work should never have to stop."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66360" cy="4343400"/>
          </a:xfrm>
          <a:prstGeom prst="roundRect">
            <a:avLst>
              <a:gd name="adj" fmla="val 2526"/>
            </a:avLst>
          </a:prstGeom>
          <a:solidFill>
            <a:srgbClr val="141826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6596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LOCAL OPEN-SOURCE SLM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423160"/>
            <a:ext cx="46177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Model: Qwen 2.5-Coder (1.5B) &amp; Gemma 2B Local SLM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Quantization: 4-bit INT4 for on-device mobile NPU execution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0ms Cloud Latency: 100% Airplane Mode offline operation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Syntax Auditing: Instant safety evaluation of emergency hotpatches before committing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IP Leakage: Proprietary enterprise code never leaves device flash storage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91072" y="1691640"/>
            <a:ext cx="5166360" cy="4343400"/>
          </a:xfrm>
          <a:prstGeom prst="roundRect">
            <a:avLst>
              <a:gd name="adj" fmla="val 2526"/>
            </a:avLst>
          </a:prstGeom>
          <a:solidFill>
            <a:srgbClr val="141826"/>
          </a:solidFill>
          <a:ln w="19050">
            <a:solidFill>
              <a:srgbClr val="FF5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196596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PHONE IN THE LOOP (OFFICE KIT BRIDGE)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65392" y="2423160"/>
            <a:ext cx="46177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Continuous Heartbeat: Wi-Fi Aware &amp; BLE 5.4 state replication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Bidirectional Clipboard: Live real-time stream between laptop &amp;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Hot-Standby Handover: Recovers exact cursor line &amp; terminal state within 300ms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Visual 3-Way Git Diff: One-click assisted patch merge to laptop repo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Enclave Security: Hardware-backed Android Keystore AES-256-GCM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· DEVELOPER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PocketOps 4 Core Architectural Pillars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for maximum resilience, tactile feedback, and enterprise security.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PocketOps — "When one device fails, your work should never have to stop."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66360" cy="2057400"/>
          </a:xfrm>
          <a:prstGeom prst="roundRect">
            <a:avLst>
              <a:gd name="adj" fmla="val 5333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Blackout Engine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23360" y="19202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&lt;300ms Handover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" y="2331720"/>
            <a:ext cx="4617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Monitors workstation heartbeats; instantly captures active file path, cursor line, unsaved buffer, and terminal PTY history upon power cut.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91072" y="1691640"/>
            <a:ext cx="5166360" cy="2057400"/>
          </a:xfrm>
          <a:prstGeom prst="roundRect">
            <a:avLst>
              <a:gd name="adj" fmla="val 5333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1920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Offline File Vault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582912" y="19202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Mobile Editor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565392" y="2331720"/>
            <a:ext cx="4617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Predictively caches project files and dependencies locally. Allows full syntax-highlighted code edits in total flight mode.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5166360" cy="2057400"/>
          </a:xfrm>
          <a:prstGeom prst="roundRect">
            <a:avLst>
              <a:gd name="adj" fmla="val 5333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206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On-Device SLM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42062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2.5-Coder 1.5B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05840" y="4617720"/>
            <a:ext cx="4617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code intelligence for hotpatch analysis, syntax validation, and multimodal camera token verification without cloud.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91072" y="3977640"/>
            <a:ext cx="5166360" cy="2057400"/>
          </a:xfrm>
          <a:prstGeom prst="roundRect">
            <a:avLst>
              <a:gd name="adj" fmla="val 5333"/>
            </a:avLst>
          </a:prstGeom>
          <a:solidFill>
            <a:srgbClr val="141826"/>
          </a:solidFill>
          <a:ln w="12700">
            <a:solidFill>
              <a:srgbClr val="222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65392" y="4206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Visual Git Diff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582912" y="42062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3-Way Merge Inspector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65392" y="4617720"/>
            <a:ext cx="4617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SHA-256 patch checksums and presents visual line-by-line additions/deletions before merging back to the workstation.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· DEVELOPER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60-Second Fail-Proof Judge Demonstration 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via our built-in 1-Click 4-Stage Demo Controller with synthetic acoustic and haptic cues.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PocketOps — "When one device fails, your work should never have to stop."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2468880" cy="4343400"/>
          </a:xfrm>
          <a:prstGeom prst="roundRect">
            <a:avLst>
              <a:gd name="adj" fmla="val 4444"/>
            </a:avLst>
          </a:prstGeom>
          <a:solidFill>
            <a:srgbClr val="141826"/>
          </a:solidFill>
          <a:ln w="19050">
            <a:solidFill>
              <a:srgbClr val="2228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65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 Mesh Telemetry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Office Kit telemetry, low latency (&lt;4.2ms PHY), and bidirectional clipboard streaming.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83864" y="1691640"/>
            <a:ext cx="2468880" cy="4343400"/>
          </a:xfrm>
          <a:prstGeom prst="roundRect">
            <a:avLst>
              <a:gd name="adj" fmla="val 4444"/>
            </a:avLst>
          </a:prstGeom>
          <a:solidFill>
            <a:srgbClr val="141826"/>
          </a:solidFill>
          <a:ln w="19050">
            <a:solidFill>
              <a:srgbClr val="FF55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66744" y="1965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66744" y="23317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Workstation Blackout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66744" y="301752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power loss trigger -&gt; Acoustic alert + device vibration -&gt; Hot-Standby Enclave activates.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6208" y="1691640"/>
            <a:ext cx="2468880" cy="4343400"/>
          </a:xfrm>
          <a:prstGeom prst="roundRect">
            <a:avLst>
              <a:gd name="adj" fmla="val 4444"/>
            </a:avLst>
          </a:prstGeom>
          <a:solidFill>
            <a:srgbClr val="141826"/>
          </a:solidFill>
          <a:ln w="19050">
            <a:solidFill>
              <a:srgbClr val="2228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965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19088" y="23317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SLM &amp; Vault Ops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19088" y="301752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unsaved code in mobile editor + on-device Qwen2.5-Coder SLM syntax audit in Airplane Mode.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88552" y="1691640"/>
            <a:ext cx="2468880" cy="4343400"/>
          </a:xfrm>
          <a:prstGeom prst="roundRect">
            <a:avLst>
              <a:gd name="adj" fmla="val 4444"/>
            </a:avLst>
          </a:prstGeom>
          <a:solidFill>
            <a:srgbClr val="1418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1432" y="1965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71432" y="23317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Kit Re-Sync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71432" y="301752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 reconnected -&gt; Visual Git diff review with green additions/red deletions -&gt; Auto-commit.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· DEVELOPER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Differentiation vs. Existing Solutions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PocketOps establishes a completely new category in cross-device resilience.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PocketOps — "When one device fails, your work should never have to stop."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4343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651760"/>
                <a:gridCol w="3136392"/>
              </a:tblGrid>
              <a:tr h="723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5500"/>
                          </a:solidFill>
                        </a:rPr>
                        <a:t>Capability / Feature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5500"/>
                          </a:solidFill>
                        </a:rPr>
                        <a:t>Apple Continuity / Phone Link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5500"/>
                          </a:solidFill>
                        </a:rPr>
                        <a:t>Cloud IDEs (Codespaces)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5500"/>
                          </a:solidFill>
                        </a:rPr>
                        <a:t>⚡ PocketOps (iQOO Prototype)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Network Dependency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Requires Wi-Fi Router / Cloud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100% Active Internet Required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E5FF"/>
                          </a:solidFill>
                        </a:rPr>
                        <a:t>Zero-Cloud P2P (Airplane Mode)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Sudden Crash / Blackout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Lost context / No takeover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Severed session / Lost data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E5FF"/>
                          </a:solidFill>
                        </a:rPr>
                        <a:t>Instant Hot-Standby (&lt;300ms)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E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Unsaved Buffer Takeover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None (Requires active net)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E5FF"/>
                          </a:solidFill>
                        </a:rPr>
                        <a:t>Live Code &amp; Terminal Snapshot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Core AI Architecture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Cloud Siri / Copilot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Cloud LLM (OpenAI/Claude)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E5FF"/>
                          </a:solidFill>
                        </a:rPr>
                        <a:t>Local Qwen 2.5-Coder SLM (NPU)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E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Post-Crash Git Re-Sync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Remote Git push required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E5FF"/>
                          </a:solidFill>
                        </a:rPr>
                        <a:t>Visual 3-Way Git Diff Inspector</a:t>
                      </a:r>
                      <a:endParaRPr lang="en-US" sz="9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1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iQOO HACKATHON · DEVELOPER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The Future of Cross-Device Continuity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115568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PocketOps proves that smartphones can be active, resilient tactical enclaves for developers.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1520" y="635508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PocketOps — "When one device fails, your work should never have to stop."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10725912" cy="4343400"/>
          </a:xfrm>
          <a:prstGeom prst="roundRect">
            <a:avLst>
              <a:gd name="adj" fmla="val 2526"/>
            </a:avLst>
          </a:prstGeom>
          <a:solidFill>
            <a:srgbClr val="141826"/>
          </a:solidFill>
          <a:ln w="19050">
            <a:solidFill>
              <a:srgbClr val="FF55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01168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Why PocketOps Wins the iQOO Hackathon: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560320"/>
            <a:ext cx="9966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End Product Quality (30%): Zero-error React 19 + TypeScript production build with rich tactile and acoustic feedback.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Novelty &amp; Impact (20%): Solves the critical real-world crash &amp; blackout context loss problem with zero cloud dependency.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Creative Phone Use (15%): Transforms phone into an emergency code enclave with camera OCR and predictive vault.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Technical Depth (15%): On-device Qwen 2.5-Coder SLM core, Wi-Fi Aware mesh protocol, and 3-way visual Git diff review.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Office Kit Bridge (10%): Seamless bidirectional clipboard and automated Git patch synchronization between laptop and phone.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Presentation (10%): Bulletproof 1-click 4-stage judge demo walkthrough designed for a crisp, memorable 60-second pitch.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2026-10-05T16:04:02Z</dcterms:created>
  <dcterms:modified xsi:type="dcterms:W3CDTF">2026-10-05T16:04:02Z</dcterms:modified>
</cp:coreProperties>
</file>