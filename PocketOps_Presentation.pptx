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 · DEVELOPER TOOLS &amp; OPEN INNOVATION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PocketOps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Resilient Operations &amp; Hot-Standby Enclave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"When one device fails, your work should never have to stop."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4206240"/>
            <a:ext cx="4846320" cy="640080"/>
          </a:xfrm>
          <a:prstGeom prst="roundRect">
            <a:avLst>
              <a:gd name="adj" fmla="val 14286"/>
            </a:avLst>
          </a:prstGeom>
          <a:solidFill>
            <a:srgbClr val="141826"/>
          </a:solidFill>
          <a:ln w="12700">
            <a:solidFill>
              <a:srgbClr val="2A31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4206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Local Open-Source SLM Core (Qwen 2.5-Coder / Gemma 2B)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35040" y="4206240"/>
            <a:ext cx="4846320" cy="640080"/>
          </a:xfrm>
          <a:prstGeom prst="roundRect">
            <a:avLst>
              <a:gd name="adj" fmla="val 14286"/>
            </a:avLst>
          </a:prstGeom>
          <a:solidFill>
            <a:srgbClr val="141826"/>
          </a:solidFill>
          <a:ln w="12700">
            <a:solidFill>
              <a:srgbClr val="2A31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72200" y="4206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vivo/iQOO Office Kit Bridge (Wi-Fi Aware &amp; BLE 5.4)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5029200"/>
            <a:ext cx="4846320" cy="640080"/>
          </a:xfrm>
          <a:prstGeom prst="roundRect">
            <a:avLst>
              <a:gd name="adj" fmla="val 14286"/>
            </a:avLst>
          </a:prstGeom>
          <a:solidFill>
            <a:srgbClr val="141826"/>
          </a:solidFill>
          <a:ln w="12700">
            <a:solidFill>
              <a:srgbClr val="2A31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5029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Hot-Standby Blackout Takeover (&lt;300ms)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5029200"/>
            <a:ext cx="4846320" cy="640080"/>
          </a:xfrm>
          <a:prstGeom prst="roundRect">
            <a:avLst>
              <a:gd name="adj" fmla="val 14286"/>
            </a:avLst>
          </a:prstGeom>
          <a:solidFill>
            <a:srgbClr val="141826"/>
          </a:solidFill>
          <a:ln w="12700">
            <a:solidFill>
              <a:srgbClr val="2A31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5029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Visual 3-Way Git Diff Re-Sync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· DEVELOPER TOOLS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Critical Dilemma: Sudden Hardware Failures &amp; Lost Context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existing cloud IDEs and ecosystem continuity solutions fail developers during sudden disruptions.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PocketOps — "When one device fails, your work should never have to stop."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3383280" cy="4206240"/>
          </a:xfrm>
          <a:prstGeom prst="roundRect">
            <a:avLst>
              <a:gd name="adj" fmla="val 4054"/>
            </a:avLst>
          </a:prstGeom>
          <a:solidFill>
            <a:srgbClr val="141826"/>
          </a:solidFill>
          <a:ln w="12700">
            <a:solidFill>
              <a:srgbClr val="222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WIPEOUT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23774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Sudden Laptop Crash / Battery Death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108960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workstation powers off unexpectedly during code deployments, active editor buffers and in-flight terminal commands are permanently lost.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737360"/>
            <a:ext cx="3383280" cy="4206240"/>
          </a:xfrm>
          <a:prstGeom prst="roundRect">
            <a:avLst>
              <a:gd name="adj" fmla="val 4054"/>
            </a:avLst>
          </a:prstGeom>
          <a:solidFill>
            <a:srgbClr val="141826"/>
          </a:solidFill>
          <a:ln w="12700">
            <a:solidFill>
              <a:srgbClr val="2228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0116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RESILIENCE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0" y="23774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Cloud IDEs Require 100% Internet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3108960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environments (Codespaces) immediately sever and freeze without active Wi-Fi, leaving field engineers and travelers stranded with zero access.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63840" y="1737360"/>
            <a:ext cx="3383280" cy="4206240"/>
          </a:xfrm>
          <a:prstGeom prst="roundRect">
            <a:avLst>
              <a:gd name="adj" fmla="val 4054"/>
            </a:avLst>
          </a:prstGeom>
          <a:solidFill>
            <a:srgbClr val="141826"/>
          </a:solidFill>
          <a:ln w="12700">
            <a:solidFill>
              <a:srgbClr val="222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20116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CONFLICTS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138160" y="23774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 Painful Reconnection &amp; File Conflicts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38160" y="3108960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Rewriting work from memory after reboot causes duplicate code, messy file overwrites, and painful Git branch conflicts.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· DEVELOPER TOOLS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Hackathon Stack Rule Compliance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SLM at the core with active smartphone loop via vivo/iQOO Office Kit Bridge.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PocketOps — "When one device fails, your work should never have to stop."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212080" cy="4389120"/>
          </a:xfrm>
          <a:prstGeom prst="roundRect">
            <a:avLst>
              <a:gd name="adj" fmla="val 3125"/>
            </a:avLst>
          </a:prstGeom>
          <a:solidFill>
            <a:srgbClr val="141826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LOCAL OPEN-SOURCE SLM CORE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377440"/>
            <a:ext cx="46634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Model: Qwen 2.5-Coder (1.5B) &amp; Gemma 2B Local SLM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Quantization: 4-bit INT4 for on-device mobile NPU execution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0ms Cloud Latency: 100% Airplane Mode offline operation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 Syntax Auditing: Instant safety evaluation of emergency hotpatches before committing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IP Leakage: Proprietary enterprise code never leaves device flash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212080" cy="4389120"/>
          </a:xfrm>
          <a:prstGeom prst="roundRect">
            <a:avLst>
              <a:gd name="adj" fmla="val 3125"/>
            </a:avLst>
          </a:prstGeom>
          <a:solidFill>
            <a:srgbClr val="141826"/>
          </a:solidFill>
          <a:ln w="19050">
            <a:solidFill>
              <a:srgbClr val="FF5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PHONE IN THE LOOP (OFFICE KIT BRIDGE)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377440"/>
            <a:ext cx="46634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Continuous Heartbeat: Wi-Fi Aware &amp; BLE 5.4 state replication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Bidirectional Clipboard: Live real-time stream between laptop &amp; phone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Hot-Standby Session Handover: Recovers exact cursor line &amp; terminal state within 300ms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Visual 3-Way Git Diff: One-click assisted patch merge to laptop repo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Enclave Security: Hardware-backed Android Keystore AES-256-GCM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· DEVELOPER TOOLS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PocketOps 4 Core Architectural Pillars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for maximum resilience, tactile feedback, and enterprise security.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PocketOps — "When one device fails, your work should never have to stop."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141826"/>
          </a:solidFill>
          <a:ln w="12700">
            <a:solidFill>
              <a:srgbClr val="242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65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Blackout Engine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0" y="19659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&lt;300ms Handover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23774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Monitors workstation heartbeats; instantly captures active file path, cursor line, unsaved buffer, and terminal PTY history upon power cut.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141826"/>
          </a:solidFill>
          <a:ln w="12700">
            <a:solidFill>
              <a:srgbClr val="242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965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Offline File Vault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418320" y="19659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Mobile Editor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23774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Predictively caches project files and dependencies locally. Allows full syntax-highlighted code edits in total flight mode.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93192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141826"/>
          </a:solidFill>
          <a:ln w="12700">
            <a:solidFill>
              <a:srgbClr val="242B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160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On-Device SLM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23360" y="4160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2.5-Coder 1.5B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5840" y="45720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code intelligence for hotpatch analysis, syntax validation, and multimodal camera token verification without cloud.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393192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141826"/>
          </a:solidFill>
          <a:ln w="12700">
            <a:solidFill>
              <a:srgbClr val="242B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4160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Visual Git Diff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418320" y="4160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3-Way Merge Inspector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0" y="45720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Computes SHA-256 patch checksums and presents visual line-by-line additions/deletions before merging back to the workstation.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· DEVELOPER TOOLS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60-Second Fail-Proof Judge Demonstration 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 via our built-in 1-Click 4-Stage Demo Controller with synthetic acoustic and haptic cues.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PocketOps — "When one device fails, your work should never have to stop."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2514600" cy="4206240"/>
          </a:xfrm>
          <a:prstGeom prst="roundRect">
            <a:avLst>
              <a:gd name="adj" fmla="val 4364"/>
            </a:avLst>
          </a:prstGeom>
          <a:solidFill>
            <a:srgbClr val="141826"/>
          </a:solidFill>
          <a:ln w="19050">
            <a:solidFill>
              <a:srgbClr val="2A31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116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P2P Mesh Telemetry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2148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Office Kit telemetry, low latency (&lt;4.2ms PHY), and bidirectional clipboard streaming.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29000" y="1737360"/>
            <a:ext cx="2514600" cy="4206240"/>
          </a:xfrm>
          <a:prstGeom prst="roundRect">
            <a:avLst>
              <a:gd name="adj" fmla="val 4364"/>
            </a:avLst>
          </a:prstGeom>
          <a:solidFill>
            <a:srgbClr val="141826"/>
          </a:solidFill>
          <a:ln w="19050">
            <a:solidFill>
              <a:srgbClr val="FF5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20116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11880" y="23774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Workstation Blackout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11880" y="3017520"/>
            <a:ext cx="2148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 power loss trigger -&gt; Acoustic alert + device vibration -&gt; Hot-Standby Enclave activates.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2514600" cy="4206240"/>
          </a:xfrm>
          <a:prstGeom prst="roundRect">
            <a:avLst>
              <a:gd name="adj" fmla="val 4364"/>
            </a:avLst>
          </a:prstGeom>
          <a:solidFill>
            <a:srgbClr val="141826"/>
          </a:solidFill>
          <a:ln w="19050">
            <a:solidFill>
              <a:srgbClr val="2A31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0116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09360" y="23774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SLM &amp; Vault Ops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3017520"/>
            <a:ext cx="2148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unsaved code in mobile editor + on-device Qwen2.5-Coder SLM syntax audit in Airplane Mode.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823960" y="1737360"/>
            <a:ext cx="2514600" cy="4206240"/>
          </a:xfrm>
          <a:prstGeom prst="roundRect">
            <a:avLst>
              <a:gd name="adj" fmla="val 4364"/>
            </a:avLst>
          </a:prstGeom>
          <a:solidFill>
            <a:srgbClr val="141826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06840" y="20116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006840" y="23774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Kit Re-Sync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006840" y="3017520"/>
            <a:ext cx="2148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 reconnected -&gt; Visual Git diff review with green additions/red deletions -&gt; Auto-commit.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· DEVELOPER TOOLS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Differentiation vs. Existing Solutions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PocketOps establishes a completely new category in cross-device resilience.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PocketOps — "When one device fails, your work should never have to stop."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698480" cy="4206240"/>
        </p:xfrm>
        <a:graphic>
          <a:graphicData uri="http://schemas.openxmlformats.org/drawingml/2006/table">
            <a:tbl>
              <a:tblPr/>
              <a:tblGrid>
                <a:gridCol w="2286000"/>
                <a:gridCol w="2651760"/>
                <a:gridCol w="2651760"/>
                <a:gridCol w="3108960"/>
              </a:tblGrid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500"/>
                          </a:solidFill>
                        </a:rPr>
                        <a:t>Capability / Feature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500"/>
                          </a:solidFill>
                        </a:rPr>
                        <a:t>Apple Continuity / Phone Link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500"/>
                          </a:solidFill>
                        </a:rPr>
                        <a:t>Cloud IDEs (Codespaces)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500"/>
                          </a:solidFill>
                        </a:rPr>
                        <a:t>⚡ PocketOps (iQOO Prototype)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5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Network Dependency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Requires Wi-Fi Router / Cloud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100% Active Internet Required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E5FF"/>
                          </a:solidFill>
                        </a:rPr>
                        <a:t>Zero-Cloud P2P (Airplane Mode)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4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Sudden Crash / Blackout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Lost context / No takeover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Severed session / Lost data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E5FF"/>
                          </a:solidFill>
                        </a:rPr>
                        <a:t>Instant Hot-Standby (&lt;300ms)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Unsaved Buffer Takeover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None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None (Requires active net)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E5FF"/>
                          </a:solidFill>
                        </a:rPr>
                        <a:t>Live Code &amp; Terminal Snapshot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4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Core AI Architecture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Cloud Siri / Copilot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Cloud LLM (OpenAI/Claude)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E5FF"/>
                          </a:solidFill>
                        </a:rPr>
                        <a:t>Local Qwen 2.5-Coder SLM (NPU)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Post-Crash Git Re-Sync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None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Remote Git push required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E5FF"/>
                          </a:solidFill>
                        </a:rPr>
                        <a:t>Visual 3-Way Git Diff Inspector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· DEVELOPER TOOLS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The Future of Cross-Device Continuity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PocketOps proves that smartphones can be active, resilient tactical enclaves for developers.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PocketOps — "When one device fails, your work should never have to stop."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698480" cy="4206240"/>
          </a:xfrm>
          <a:prstGeom prst="roundRect">
            <a:avLst>
              <a:gd name="adj" fmla="val 3261"/>
            </a:avLst>
          </a:prstGeom>
          <a:solidFill>
            <a:srgbClr val="141826"/>
          </a:solidFill>
          <a:ln w="19050">
            <a:solidFill>
              <a:srgbClr val="FF5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Why PocketOps Wins the iQOO Hackathon: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651760"/>
            <a:ext cx="99669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End Product Quality (30%): Zero-error React 19 + TypeScript production build with rich tactile and acoustic feedback.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Novelty &amp; Impact (20%): Solves the critical real-world crash &amp; blackout context loss problem with zero cloud dependency.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Creative Phone Use (15%): Transforms phone into an emergency code enclave with camera OCR and predictive vault.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Technical Depth (15%): On-device Qwen 2.5-Coder SLM core, Wi-Fi Aware mesh protocol, and 3-way visual Git diff review.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Office Kit Bridge (10%): Seamless bidirectional clipboard and automated Git patch synchronization between laptop and phone.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Presentation (10%): Bulletproof 1-click 4-stage judge demo walkthrough designed for a crisp, memorable 60-second pitch.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2026-10-05T15:53:56Z</dcterms:created>
  <dcterms:modified xsi:type="dcterms:W3CDTF">2026-10-05T15:53:56Z</dcterms:modified>
</cp:coreProperties>
</file>